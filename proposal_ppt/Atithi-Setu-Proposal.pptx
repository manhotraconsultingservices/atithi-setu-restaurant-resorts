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ATITHI-SETU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41248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+ Hospitality Management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3566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QR ordering, live kitchen, GST billing, owner analytics, inventory and a full hotel PMS — built for Indian restaurants and boutique properties.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Manhotra Consulting Services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mid-sized F&amp;B and hospitality businesses juggle disconnected tools.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6459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91440" cy="164592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30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operations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POS, billing, kitchen and booking systems that don't talk to each other.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16459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74520"/>
            <a:ext cx="91440" cy="164592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30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GST errors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6243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invoices, inconsistent GST, and disputes that erode trust and margins.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257800" cy="16459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794760"/>
            <a:ext cx="91440" cy="164592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507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5445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fly blind on revenue, occupancy, table status and stock levels.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257800" cy="164592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794760"/>
            <a:ext cx="91440" cy="164592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507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enterprise tools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5445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Cloudbeds / Hotelogix-class software is priced out of reach for boutique players.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Atithi-Setu unifies the entire guest and back-office journey in a single multi-tenant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30552"/>
            <a:ext cx="640080" cy="640080"/>
          </a:xfrm>
          <a:prstGeom prst="ellipse">
            <a:avLst/>
          </a:prstGeom>
          <a:solidFill>
            <a:srgbClr val="E0A800">
              <a:alpha val="2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402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Menu &amp; QR Ordering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App-less mobile ordering, per-table QR, postpaid multi-round sessions.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26280" y="18745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2130552"/>
            <a:ext cx="640080" cy="640080"/>
          </a:xfrm>
          <a:prstGeom prst="ellipse">
            <a:avLst/>
          </a:prstGeom>
          <a:solidFill>
            <a:srgbClr val="E0A800">
              <a:alpha val="22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4028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Kitchen Display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0060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tickets, ETA, chef assignment, FIFO queue, pickup alerts.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8745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2130552"/>
            <a:ext cx="640080" cy="640080"/>
          </a:xfrm>
          <a:prstGeom prst="ellipse">
            <a:avLst/>
          </a:prstGeom>
          <a:solidFill>
            <a:srgbClr val="E0A800">
              <a:alpha val="2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24028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Owner Analytics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0392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peak hours, payment split, GST — export to CSV/Excel/PDF.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296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4279392"/>
            <a:ext cx="640080" cy="640080"/>
          </a:xfrm>
          <a:prstGeom prst="ellipse">
            <a:avLst/>
          </a:prstGeom>
          <a:solidFill>
            <a:srgbClr val="E0A800">
              <a:alpha val="22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389120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Hotel PMS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097280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folios, rate plans, yield, Form-C, OTA channel manager.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2628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00600" y="4279392"/>
            <a:ext cx="640080" cy="640080"/>
          </a:xfrm>
          <a:prstGeom prst="ellipse">
            <a:avLst/>
          </a:prstGeom>
          <a:solidFill>
            <a:srgbClr val="E0A800">
              <a:alpha val="22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389120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0060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800600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Recipe-based auto-deduction, procurement, forecasting, auto-PO.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29600" y="4023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503920" y="4279392"/>
            <a:ext cx="640080" cy="640080"/>
          </a:xfrm>
          <a:prstGeom prst="ellipse">
            <a:avLst/>
          </a:prstGeom>
          <a:solidFill>
            <a:srgbClr val="E0A800">
              <a:alpha val="22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389120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0392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GST-Ready Billing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503920" y="5349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GST, multi-payment (Cash/Card/UPI), owner-set invoice numbering.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Highlights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904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guest ordering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60720" y="129844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Scan-to-order, consolidated postpaid bills, idempotent request-bill, customer-facing GST breakdown.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5915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194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Command-center monitoring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760720" y="216712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table monitor with live stats, bill alerts, waiter assignment and 30s auto-refresh.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2783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063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Owner-configurable invoicing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760720" y="303580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 sequential numbering, per-tenant prefix, yearly reset — one continuous counter across all invoice types.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09651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931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PMS at parity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760720" y="390448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calendar, rate plans, yield rules, online check-in, direct-booking page, OTA channel manager (iCal + webhook).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4846320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96519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4800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760720" y="47731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Auto-deduction on each order, day-of-week forecasting, automatic draft POs, wastage and physical counts.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40080" y="5715000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833872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17320" y="5669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security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760720" y="564184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isolation per restaurant, JWT auth, RBAC across 11 roles, forensic deletion audit.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rollout that gets you live fast, then layers depth.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97480" cy="3108960"/>
          </a:xfrm>
          <a:prstGeom prst="rect">
            <a:avLst/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600200"/>
            <a:ext cx="822960" cy="822960"/>
          </a:xfrm>
          <a:prstGeom prst="ellipse">
            <a:avLst/>
          </a:prstGeom>
          <a:solidFill>
            <a:srgbClr val="E0A80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Setup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provisioning, menu/room data import, GST &amp; branding config.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269748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3420" y="1600200"/>
            <a:ext cx="822960" cy="822960"/>
          </a:xfrm>
          <a:prstGeom prst="ellipse">
            <a:avLst/>
          </a:prstGeom>
          <a:solidFill>
            <a:srgbClr val="E0A80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342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9476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Go-Live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9476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ordering, KDS, billing and the owner dashboard live in production.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9476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011680"/>
            <a:ext cx="2697480" cy="3108960"/>
          </a:xfrm>
          <a:prstGeom prst="rect">
            <a:avLst/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29500" y="1600200"/>
            <a:ext cx="822960" cy="822960"/>
          </a:xfrm>
          <a:prstGeom prst="ellipse">
            <a:avLst/>
          </a:prstGeom>
          <a:solidFill>
            <a:srgbClr val="E0A80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95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2084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Modules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2084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hotel PMS and channel manager enabled as needed.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2084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6-9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18320" y="2011680"/>
            <a:ext cx="269748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55580" y="1600200"/>
            <a:ext cx="822960" cy="822960"/>
          </a:xfrm>
          <a:prstGeom prst="ellipse">
            <a:avLst/>
          </a:prstGeom>
          <a:solidFill>
            <a:srgbClr val="E0A80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555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64692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Scale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4692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tuning, staff training, multi-property rollout.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4692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Governance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progress with two structured review meetings every month.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33172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66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0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822960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per month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699516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286000"/>
            <a:ext cx="777240" cy="777240"/>
          </a:xfrm>
          <a:prstGeom prst="ellipse">
            <a:avLst/>
          </a:prstGeom>
          <a:solidFill>
            <a:srgbClr val="E0A800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414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221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Check-In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623560" y="2679192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sprint progress against the agreed roadmap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and unblock any operational or data issues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priorities for the second half of the month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43400" y="4069080"/>
            <a:ext cx="6995160" cy="1920240"/>
          </a:xfrm>
          <a:prstGeom prst="roundRect">
            <a:avLst>
              <a:gd name="adj" fmla="val 3810"/>
            </a:avLst>
          </a:prstGeom>
          <a:solidFill>
            <a:srgbClr val="2B3A7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17720" y="4389120"/>
            <a:ext cx="777240" cy="777240"/>
          </a:xfrm>
          <a:prstGeom prst="ellipse">
            <a:avLst/>
          </a:prstGeom>
          <a:solidFill>
            <a:srgbClr val="E0A800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45445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3560" y="4325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End-of-Month Review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5623560" y="4782312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completed features in the live environment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KPIs: adoption, uptime, support tickets, value delivered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deliverables and lock next month's scope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Atithi-Setu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POS and hotel PMS unified — no integration tax.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60604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manager, chef, waiter, front desk, housekeeping and more.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260604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flows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postpaid, manual and prepaid — all reconciled to one GST-correct total.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0" y="1554480"/>
            <a:ext cx="2606040" cy="219456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14400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2971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Schema-isolated tenants with JWT auth and forensic audit trails.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0881360" cy="1920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617720"/>
            <a:ext cx="914400" cy="914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331720" y="4526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F&amp;B and boutique hospitality.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331720" y="5120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GST-native, UPI-ready, FRRO/Form-C compliant, and priced for properties enterprise tools ignore.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691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this proposal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1214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scope, timeline and the two-meeting cadence.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685800" cy="68580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834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discovery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83080" y="32644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your tenant and import menu / room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023360"/>
            <a:ext cx="685800" cy="68580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in weeks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83080" y="44074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core ordering and billing, then layer depth modules.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577840"/>
            <a:ext cx="105156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760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A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it together.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Manhotra Consulting Services  •  atithi-setu.com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Atithi-Setu — Platform Proposal</dc:title>
  <dc:subject>PptxGenJS Presentation</dc:subject>
  <dc:creator>Manhotra Consulting Services</dc:creator>
  <cp:lastModifiedBy>Manhotra Consulting Services</cp:lastModifiedBy>
  <cp:revision>1</cp:revision>
  <dcterms:created xsi:type="dcterms:W3CDTF">2026-05-29T06:10:14Z</dcterms:created>
  <dcterms:modified xsi:type="dcterms:W3CDTF">2026-05-29T06:10:14Z</dcterms:modified>
</cp:coreProperties>
</file>